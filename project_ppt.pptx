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XkCq5ipVpUMDxnZJc7ts+lPsf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Audience: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(TV, radio, digital, streaming, etc.).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Clients: (media companies, advertisers, agencies)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aa166d02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5aa166d022_0_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lineup: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(e.g., sequences of channels for TV, catalogs of content for streaming services).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originator:  (e.g., providers, broadcasters, aggregators).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metadata: (e.g., program titles, episode details, genres, schedules, cast/crew, rights information).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5aa166d022_0_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ff5a5f7d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9ff5a5f7d3_0_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lineup: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(e.g., sequences of channels for TV, catalogs of content for streaming services).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originator:  (e.g., providers, broadcasters, aggregators).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metadata: (e.g., program titles, episode details, genres, schedules, cast/crew, rights information).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g39ff5a5f7d3_0_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ff5a5f7d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9ff5a5f7d3_0_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lineup: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(e.g., sequences of channels for TV, catalogs of content for streaming services).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originator:  (e.g., providers, broadcasters, aggregators).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metadata: (e.g., program titles, episode details, genres, schedules, cast/crew, rights information).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g39ff5a5f7d3_0_8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a46409cd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5a46409cdd_0_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35a46409cdd_0_4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4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4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6;p4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4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4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" name="Google Shape;24;p4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 - 1)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SPLITWISE-APP</a:t>
            </a:r>
            <a:endParaRPr sz="200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spcBef>
                <a:spcPts val="400"/>
              </a:spcBef>
              <a:buSzPts val="2000"/>
            </a:pPr>
            <a:br>
              <a:rPr lang="en-US" sz="20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Kashika</a:t>
            </a:r>
            <a:r>
              <a:rPr lang="en-US" sz="2000" b="1">
                <a:latin typeface="Times New Roman"/>
                <a:cs typeface="Times New Roman"/>
                <a:sym typeface="Times New Roman"/>
              </a:rPr>
              <a:t>,Sejal,Priya,Keshav</a:t>
            </a:r>
            <a:endParaRPr sz="14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sz="14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Vinay Reddy</a:t>
            </a:r>
            <a:endParaRPr sz="14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sz="14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14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0" y="1109751"/>
            <a:ext cx="8838600" cy="53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1. Expense sharing is common in:</a:t>
            </a:r>
          </a:p>
          <a:p>
            <a:pPr lvl="3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Trips</a:t>
            </a:r>
          </a:p>
          <a:p>
            <a:pPr lvl="3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Roommates</a:t>
            </a:r>
          </a:p>
          <a:p>
            <a:pPr lvl="3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College groups</a:t>
            </a:r>
          </a:p>
          <a:p>
            <a:pPr lvl="3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2.Manual tracking leads to: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Confusion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Disputes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Need for a centralized digital system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3.Our app helps users: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Track expenses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Split bills easily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View balances instantly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9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aa166d022_0_1"/>
          <p:cNvSpPr txBox="1"/>
          <p:nvPr/>
        </p:nvSpPr>
        <p:spPr>
          <a:xfrm>
            <a:off x="294900" y="1151725"/>
            <a:ext cx="8554200" cy="49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1.No proper system to manage shared expenses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2.Users forget who paid and who owes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3.Manual calculations are: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Error-prone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Time-consuming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4.Lack of transparency causes misunderstandings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5..Existing apps may be: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Complex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Not user-friendly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5aa166d022_0_1"/>
          <p:cNvSpPr txBox="1"/>
          <p:nvPr/>
        </p:nvSpPr>
        <p:spPr>
          <a:xfrm>
            <a:off x="240800" y="178000"/>
            <a:ext cx="58215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16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ff5a5f7d3_0_1"/>
          <p:cNvSpPr txBox="1"/>
          <p:nvPr/>
        </p:nvSpPr>
        <p:spPr>
          <a:xfrm>
            <a:off x="240800" y="1151725"/>
            <a:ext cx="8554200" cy="49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1.Develop a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 application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2.Automate expense splitting among users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3.Maintain accurate financial records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4.Provide real-time balance updates 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5.Ensure secure login &amp; authentication </a:t>
            </a: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6.Improve financial transparency in groups </a:t>
            </a: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9ff5a5f7d3_0_1"/>
          <p:cNvSpPr txBox="1"/>
          <p:nvPr/>
        </p:nvSpPr>
        <p:spPr>
          <a:xfrm>
            <a:off x="240800" y="178000"/>
            <a:ext cx="58215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16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f5a5f7d3_0_8"/>
          <p:cNvSpPr txBox="1"/>
          <p:nvPr/>
        </p:nvSpPr>
        <p:spPr>
          <a:xfrm>
            <a:off x="240800" y="1121725"/>
            <a:ext cx="8554200" cy="53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JSON format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Flexible schema design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datasets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Simplifies backend development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Creates RESTful APIs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Handles routing and middleware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Component-based architecture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Fast UI rendering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Handles server-side logic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Non-blocking, asynchronous processing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real-time apps</a:t>
            </a: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9ff5a5f7d3_0_8"/>
          <p:cNvSpPr txBox="1"/>
          <p:nvPr/>
        </p:nvSpPr>
        <p:spPr>
          <a:xfrm>
            <a:off x="240800" y="178000"/>
            <a:ext cx="5821500" cy="60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spcBef>
                <a:spcPts val="400"/>
              </a:spcBef>
              <a:buClr>
                <a:schemeClr val="dk1"/>
              </a:buClr>
              <a:buSzPts val="1100"/>
            </a:pPr>
            <a:r>
              <a:rPr lang="en-IN" sz="2400" b="1"/>
              <a:t>Technology Stack </a:t>
            </a:r>
            <a:r>
              <a:rPr lang="en-US" sz="2116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a46409cdd_0_4"/>
          <p:cNvSpPr txBox="1"/>
          <p:nvPr/>
        </p:nvSpPr>
        <p:spPr>
          <a:xfrm>
            <a:off x="240800" y="1151725"/>
            <a:ext cx="8554200" cy="49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User Authentication (Register/Login)</a:t>
            </a:r>
          </a:p>
          <a:p>
            <a:endParaRPr lang="en-US"/>
          </a:p>
          <a:p>
            <a:r>
              <a:rPr lang="en-US"/>
              <a:t>Create and manage groups</a:t>
            </a:r>
          </a:p>
          <a:p>
            <a:endParaRPr lang="en-US"/>
          </a:p>
          <a:p>
            <a:r>
              <a:rPr lang="en-US"/>
              <a:t>Add and edit expenses</a:t>
            </a:r>
          </a:p>
          <a:p>
            <a:endParaRPr lang="en-US"/>
          </a:p>
          <a:p>
            <a:r>
              <a:rPr lang="en-US"/>
              <a:t>Split expenses equally or unequally</a:t>
            </a:r>
          </a:p>
          <a:p>
            <a:endParaRPr lang="en-US"/>
          </a:p>
          <a:p>
            <a:r>
              <a:rPr lang="en-US"/>
              <a:t>Real-time balance tracking</a:t>
            </a:r>
          </a:p>
          <a:p>
            <a:endParaRPr lang="en-US"/>
          </a:p>
          <a:p>
            <a:r>
              <a:rPr lang="en-US"/>
              <a:t>View transaction history</a:t>
            </a:r>
          </a:p>
          <a:p>
            <a:endParaRPr lang="en-US"/>
          </a:p>
          <a:p>
            <a:r>
              <a:rPr lang="en-US"/>
              <a:t>Dashboard with summaries</a:t>
            </a:r>
          </a:p>
          <a:p>
            <a:pPr marL="91440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5a46409cdd_0_4"/>
          <p:cNvSpPr txBox="1"/>
          <p:nvPr/>
        </p:nvSpPr>
        <p:spPr>
          <a:xfrm>
            <a:off x="240800" y="162975"/>
            <a:ext cx="5821500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spcBef>
                <a:spcPts val="400"/>
              </a:spcBef>
              <a:buSzPts val="2116"/>
            </a:pPr>
            <a:r>
              <a:rPr lang="en-IN" sz="3200"/>
              <a:t>Key Features</a:t>
            </a: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On-screen Show (4:3)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SEJAL BANSAL</cp:lastModifiedBy>
  <cp:revision>1</cp:revision>
  <dcterms:created xsi:type="dcterms:W3CDTF">2010-04-09T07:36:15Z</dcterms:created>
  <dcterms:modified xsi:type="dcterms:W3CDTF">2026-05-03T13:04:01Z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